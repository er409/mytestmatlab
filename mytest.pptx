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FBFA-0512-BC8C-DA9A-5552D21E8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BEBFB-165A-2993-F956-36D04260E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5F7A9-7C3E-8EF0-E5DE-8876D7AE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6DC3-AD0B-DC79-8437-123732E5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A94E-462D-68EB-3D38-57D65AE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2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0A3E-81FE-79DD-F011-20C52BD9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890F3-B565-2BF2-FE7F-3B28C873C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BD47A-6F8C-086D-2143-728001AF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03BB-C136-6807-E8D4-1B28C56E9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84AC6-6597-FCF1-009A-C8D44A99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7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F8D0-032A-FB6D-ED30-6EC0F10C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8A82A-F3E3-BFE5-EAD5-4CB91797F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4F654-1AB7-E81E-55CB-2315C91E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8F433-0D5D-59F2-AB5E-2A936F7C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E2DE8-8E29-3DEB-54FC-23A3A273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9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4E57-DCB4-556A-43C4-F04D45B3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45C9-6994-6FB5-3370-D3F46E7F4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CC356-0CB3-7A97-D437-89AC69766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B70C3-7236-40ED-6FEE-FF14AFB4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34B52-1846-6768-5AF7-0AFFF7C5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F59B1-6A61-8A49-C992-F269BC92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7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833D-99A5-C75C-D56E-9BCE805B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1E3FC-C85B-19A4-CE00-DCE956152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97D49-45E4-0870-342A-16443F23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2B371-83A6-F57B-2C38-B06349BAF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47D10-6630-6BCC-874A-A22284903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C3FC58-DD47-7CD0-AA61-E2FD2104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AD899-D233-3863-BBE9-8E2AB67D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83EC93-BF55-5BFD-2DAD-005B204A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4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4401-DF67-25A5-EE7C-05EC8BB0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2BBBB-9BC1-4E7B-5583-0093DD46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4F0E0-8B92-E4C6-B1FD-C39DC3CF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5228B-7E18-A5AD-3C4A-327CCD4F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9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DF5140-243B-6C49-0308-5E9B11BA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1B4AD-13EE-0F15-4363-CF546B98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2898B-4661-E36D-6704-C16133D7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0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E777-92D6-6604-F772-71975214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B460F-5FB9-519B-5014-F19891BEC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DDF17-D970-907F-E814-31E0A6FCB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60EE9-71C7-13A5-54C0-F55AC85F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682A0-EE45-C936-DB7F-E9D1CE0D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1C4F5-642F-4A83-AC93-D5AEF99D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8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8C2C-3FA1-45E5-4E0E-47803C2B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1D607-1BE0-4E5C-4B98-45A270827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C7C49-5BE4-3D7B-7142-80FCA1D1D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6F688-5BB7-05D7-2ADF-B88542EA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5A31E-7C65-1957-6863-C060F853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D8CC6-8608-CE32-030C-7D8AB3595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DAEE-4DF7-B272-08B1-B0B5AA7E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624FE-377B-C913-8B57-04CD74A5D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B0AE1-25BC-9670-48FB-1FA5D983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DD8C-8F01-EED7-C581-FDACC7F5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67FE-F998-1646-25AF-7C691202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20B5A-5710-0AD5-7B97-B13585BCB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CD1C1-92CE-ABD0-A497-9241630B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B63C-E41E-1AF3-FA4F-B043C0E8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BCB7-1F15-FC86-1050-53C7A972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D696-7C4E-E2C8-C58C-33A58F6B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65389-5CEE-3499-5A35-A02513C9D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BF546-37C4-9A25-6DF1-2BDB8105C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A47F8-8479-35BC-EE7F-768CA12CE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6C149-AE29-4D90-96CB-F796084F25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2A861-F5E1-B2DE-6A29-E2F055879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FB5A7-7079-8E07-C2A2-385346CA4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8A9C4-FFC6-4A05-AFF1-E614F1DBE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1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4FBF3-3718-6F17-B2D3-09C55B18F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C8994-B291-43BF-48D8-88B31C80F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3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测试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Effie Ruan</dc:creator>
  <cp:lastModifiedBy>Effie Ruan</cp:lastModifiedBy>
  <cp:revision>1</cp:revision>
  <dcterms:created xsi:type="dcterms:W3CDTF">2025-12-08T05:06:22Z</dcterms:created>
  <dcterms:modified xsi:type="dcterms:W3CDTF">2025-12-08T05:06:40Z</dcterms:modified>
</cp:coreProperties>
</file>